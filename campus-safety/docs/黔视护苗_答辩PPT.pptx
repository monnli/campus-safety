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11696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7EC8E3"/>
                </a:solidFill>
              </a:rPr>
              <a:t>黔视护苗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校园安全智能监控系统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749039"/>
            <a:ext cx="5788152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D4F0"/>
                </a:solidFill>
              </a:rPr>
              <a:t>AI Safety Guardian · 守护每一个孩子的平安成长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663440"/>
            <a:ext cx="2011680" cy="9144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709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677FF"/>
                </a:solidFill>
              </a:rPr>
              <a:t>&lt;3s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D4F0"/>
                </a:solidFill>
              </a:rPr>
              <a:t>响应时间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4663440"/>
            <a:ext cx="2011680" cy="9144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4709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677FF"/>
                </a:solidFill>
              </a:rPr>
              <a:t>&lt;5%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D4F0"/>
                </a:solidFill>
              </a:rPr>
              <a:t>误报率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663440"/>
            <a:ext cx="2011680" cy="9144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709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677FF"/>
                </a:solidFill>
              </a:rPr>
              <a:t>24h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D4F0"/>
                </a:solidFill>
              </a:rPr>
              <a:t>全天守护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663440"/>
            <a:ext cx="2011680" cy="9144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709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677FF"/>
                </a:solidFill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D4F0"/>
                </a:solidFill>
              </a:rPr>
              <a:t>带宽节省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D4F0"/>
                </a:solidFill>
              </a:rPr>
              <a:t>全国大学生计算机设计大赛 · 人工智能应用赛道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4864" cy="3657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118872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0" cy="11887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问题背景与痛点分析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118872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731520" cy="11887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6916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解决方案与系统概述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5303520" cy="118872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731520" cy="11887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546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技术架构与创新亮点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834640"/>
            <a:ext cx="5303520" cy="118872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834640"/>
            <a:ext cx="731520" cy="11887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546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核心功能演示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5303520" cy="118872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297680"/>
            <a:ext cx="731520" cy="11887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17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与传统方案对比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297680"/>
            <a:ext cx="5303520" cy="118872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97680"/>
            <a:ext cx="731520" cy="11887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72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617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  问题背景与痛点分析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1828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13716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AD14"/>
                </a:solidFill>
              </a:rPr>
              <a:t>监控盲区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1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固定摄像头覆盖有限，操场边角、校园周边等区域存在大量盲区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486400" cy="13716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AD14"/>
                </a:solidFill>
              </a:rPr>
              <a:t>响应滞后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1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传统监控依赖人工值守，事件发生后才能介入，平均响应时间5~15分钟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5486400" cy="13716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AD14"/>
                </a:solidFill>
              </a:rPr>
              <a:t>霸凌隐蔽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校园霸凌往往发生在监控薄弱区域，受害者不敢举报，难以发现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5486400" cy="13716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AD14"/>
                </a:solidFill>
              </a:rPr>
              <a:t>人力不足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安保人员数量有限，无法实现全时段、全区域巡逻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486400" cy="13716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AD14"/>
                </a:solidFill>
              </a:rPr>
              <a:t>数据孤岛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5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事件记录分散，缺乏系统性分析和预测能力，无法主动预防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389120"/>
            <a:ext cx="5486400" cy="13716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AD14"/>
                </a:solidFill>
              </a:rPr>
              <a:t>管理粗放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5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缺乏科学的巡逻任务管理，安全管理依赖经验而非数据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EC8E3"/>
                </a:solidFill>
              </a:rPr>
              <a:t>据教育部统计：约60%的校园安全事件发生在课间、午休及放学时段，约40%发生在监控盲区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  解决方案与系统概述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1828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77FF"/>
                </a:solidFill>
              </a:rPr>
              <a:t>黔视护苗 · 校园安全智能监控系统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D4F0"/>
                </a:solidFill>
              </a:rPr>
              <a:t>融合 YOLO目标检测 + Qwen多模态大模型 + 无人机边缘计算，构建全方位、智能化的校园安全防护体系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474720" cy="18288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3474720" cy="73152"/>
          </a:xfrm>
          <a:prstGeom prst="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4F"/>
                </a:solidFill>
              </a:rPr>
              <a:t>实时检测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YOLO26x实时识别
打架/霸凌/跌倒等
危险行为，&lt;3秒响应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194560"/>
            <a:ext cx="3474720" cy="18288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194560"/>
            <a:ext cx="3474720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77FF"/>
                </a:solidFill>
              </a:rPr>
              <a:t>多模态分析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Qwen-VL对视频片段
进行时序语义理解
二次确认降低误报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94560"/>
            <a:ext cx="3474720" cy="18288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94560"/>
            <a:ext cx="3474720" cy="73152"/>
          </a:xfrm>
          <a:prstGeom prst="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AD14"/>
                </a:solidFill>
              </a:rPr>
              <a:t>无人机巡逻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边缘计算方案
覆盖监控盲区
节省90%带宽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97679"/>
            <a:ext cx="3474720" cy="18288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297679"/>
            <a:ext cx="3474720" cy="73152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C41A"/>
                </a:solidFill>
              </a:rPr>
              <a:t>智能预警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自动广播+短信+
警报，全自动
处置链路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97679"/>
            <a:ext cx="3474720" cy="18288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297679"/>
            <a:ext cx="3474720" cy="73152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EC8E3"/>
                </a:solidFill>
              </a:rPr>
              <a:t>风险预测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8920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AI分析历史数据
预测高危时段
主动防控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297679"/>
            <a:ext cx="3474720" cy="18288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297679"/>
            <a:ext cx="3474720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77FF"/>
                </a:solidFill>
              </a:rPr>
              <a:t>持续录像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8920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NVR模式录像
完整证据链
智能检索回放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  技术架构与创新亮点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1828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7772400" cy="8229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011680" cy="8229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前端展示层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188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Vue 3 + Element Plus + ECharts + Socket.IO + Web Speech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7772400" cy="82296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2011680" cy="8229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后端服务层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194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Flask + Flask-SocketIO + gevent + SQLite + JWT认证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7772400" cy="82296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2011680" cy="8229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154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AI模型层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004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YOLO26x检测 + Qwen-VL多帧分析 + Qwen-Max报告生成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7772400" cy="822960"/>
          </a:xfrm>
          <a:prstGeom prst="rect">
            <a:avLst/>
          </a:prstGeom>
          <a:solidFill>
            <a:srgbClr val="00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2011680" cy="8229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60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数据采集层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206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F0"/>
                </a:solidFill>
              </a:rPr>
              <a:t>固定摄像头（RTSP/视频文件/本地摄像头）+ 无人机（边缘计算）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914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AD14"/>
                </a:solidFill>
              </a:rPr>
              <a:t>创新亮点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417320"/>
            <a:ext cx="347472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1417320"/>
            <a:ext cx="73152" cy="5486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双重AI验证，误报率&lt;5%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075688"/>
            <a:ext cx="347472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2075688"/>
            <a:ext cx="73152" cy="5486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167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视频级多帧时序分析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734056"/>
            <a:ext cx="347472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3920" y="2734056"/>
            <a:ext cx="73152" cy="5486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28254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边缘计算无人机方案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3392424"/>
            <a:ext cx="347472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0" y="3392424"/>
            <a:ext cx="73152" cy="5486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4838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异步检测框实时叠加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4050791"/>
            <a:ext cx="347472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03920" y="4050791"/>
            <a:ext cx="73152" cy="5486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4142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Mock降级保证可靠性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4709159"/>
            <a:ext cx="347472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3920" y="4709159"/>
            <a:ext cx="73152" cy="5486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NVR持续录像+智能检索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5367528"/>
            <a:ext cx="347472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0" y="5367528"/>
            <a:ext cx="73152" cy="5486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5458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AI巡逻任务自动规划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04  核心功能演示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1828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246888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实时监控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多路视频同时接入（RTSP/文件/摄像头）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YOLO检测框实时叠加显示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支持暂停/停止/动态添加摄像头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全屏监控模式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05840"/>
            <a:ext cx="3657600" cy="246888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05840"/>
            <a:ext cx="3657600" cy="411480"/>
          </a:xfrm>
          <a:prstGeom prst="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051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智能预警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检测到危险行为立即触发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Qwen-VL多帧视频分析确认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423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自动语音广播（Web Speech API）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短信通知+监控室警报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005840"/>
            <a:ext cx="3657600" cy="246888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005840"/>
            <a:ext cx="3657600" cy="411480"/>
          </a:xfrm>
          <a:prstGeom prst="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051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事件管理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结构化事件记录+AI预警报告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存档视频在线播放/下载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423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标记处理/误报，形成闭环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时间范围筛选+日报生成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3657600" cy="246888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749039"/>
            <a:ext cx="3657600" cy="41148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安全大屏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519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进入自动全屏，适合答辩展示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091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安全指数+热力图+趋势图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663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AI风险预测+防控建议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235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实时多路视频（自适应布局）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749039"/>
            <a:ext cx="3657600" cy="246888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3749039"/>
            <a:ext cx="3657600" cy="411480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历史录像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2519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NVR持续录像，完整证据链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7091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按摄像头/日期检索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1663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在线播放+下载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6235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自动清理过期录像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749039"/>
            <a:ext cx="3657600" cy="246888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3749039"/>
            <a:ext cx="3657600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巡逻管理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2519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AI根据风险分析生成巡逻任务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7091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指定时间、区域、负责人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1663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数字化签到确认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562355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F0"/>
                </a:solidFill>
              </a:rPr>
              <a:t>• 完成率实时统计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 与传统方案对比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1828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286000" cy="4572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对比维度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005840"/>
            <a:ext cx="2560320" cy="4572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传统人工监控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9" y="1005840"/>
            <a:ext cx="2560320" cy="4572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9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传统视频监控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005840"/>
            <a:ext cx="3657600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本系统（AI智能监控）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08760"/>
            <a:ext cx="228600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响应时间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1508760"/>
            <a:ext cx="256032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59" y="155448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5~15分钟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79" y="1508760"/>
            <a:ext cx="256032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799" y="155448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事后回看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1508760"/>
            <a:ext cx="365760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C41A"/>
                </a:solidFill>
              </a:rPr>
              <a:t>✅ 实时（&lt;3秒）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03120"/>
            <a:ext cx="228600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覆盖范围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39" y="2103120"/>
            <a:ext cx="256032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59" y="214884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有限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79" y="2103120"/>
            <a:ext cx="256032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799" y="214884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固定区域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2103120"/>
            <a:ext cx="365760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148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C41A"/>
                </a:solidFill>
              </a:rPr>
              <a:t>✅ 固定+无人机全覆盖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97480"/>
            <a:ext cx="228600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误报率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39" y="2697480"/>
            <a:ext cx="256032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59" y="27432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低（人工）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79" y="2697480"/>
            <a:ext cx="256032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799" y="27432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无自动识别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2697480"/>
            <a:ext cx="365760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2743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C41A"/>
                </a:solidFill>
              </a:rPr>
              <a:t>✅ &lt;5%（双重AI验证）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291840"/>
            <a:ext cx="228600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24h值守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39" y="3291840"/>
            <a:ext cx="256032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1759" y="333756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需轮班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79" y="3291840"/>
            <a:ext cx="256032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57799" y="333756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需人工查看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3291840"/>
            <a:ext cx="365760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3337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C41A"/>
                </a:solidFill>
              </a:rPr>
              <a:t>✅ 全自动，无需值守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886200"/>
            <a:ext cx="228600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历史回溯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39" y="3886200"/>
            <a:ext cx="256032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1759" y="393192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79" y="3886200"/>
            <a:ext cx="256032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799" y="393192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手动翻录像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3886200"/>
            <a:ext cx="365760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3931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C41A"/>
                </a:solidFill>
              </a:rPr>
              <a:t>✅ 持续录像+在线检索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480560"/>
            <a:ext cx="228600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526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预测能力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39" y="4480560"/>
            <a:ext cx="256032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59" y="452628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79" y="4480560"/>
            <a:ext cx="256032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57799" y="452628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18120" y="4480560"/>
            <a:ext cx="365760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63840" y="4526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C41A"/>
                </a:solidFill>
              </a:rPr>
              <a:t>✅ AI风险预测+热力图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074920"/>
            <a:ext cx="228600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巡逻管理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06039" y="5074920"/>
            <a:ext cx="256032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51759" y="512064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纸质记录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79" y="5074920"/>
            <a:ext cx="2560320" cy="548640"/>
          </a:xfrm>
          <a:prstGeom prst="rect">
            <a:avLst/>
          </a:prstGeom>
          <a:solidFill>
            <a:srgbClr val="0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57799" y="512064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5074920"/>
            <a:ext cx="365760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3840" y="5120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C41A"/>
                </a:solidFill>
              </a:rPr>
              <a:t>✅ AI生成任务+数字签到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669279"/>
            <a:ext cx="228600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5715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处置响应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39" y="5669279"/>
            <a:ext cx="256032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51759" y="57150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人工通知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12079" y="5669279"/>
            <a:ext cx="2560320" cy="5486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57799" y="57150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4F0"/>
                </a:solidFill>
              </a:rPr>
              <a:t>人工通知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18120" y="5669279"/>
            <a:ext cx="3657600" cy="54864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6384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C41A"/>
                </a:solidFill>
              </a:rPr>
              <a:t>✅ 自动广播+短信+警报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  未来规划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1828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近期（1-3个月）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566160" cy="41148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731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完成 YOLO26x 微调训练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06040"/>
            <a:ext cx="731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收集校园安全专项数据集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20440"/>
            <a:ext cx="731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提升打架/霸凌识别准确率至90%+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434840"/>
            <a:ext cx="731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接入真实摄像头和无人机测试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097280"/>
            <a:ext cx="3566160" cy="457200"/>
          </a:xfrm>
          <a:prstGeom prst="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中期（3-6个月）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554480"/>
            <a:ext cx="3566160" cy="41148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691640"/>
            <a:ext cx="73152" cy="73152"/>
          </a:xfrm>
          <a:prstGeom prst="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与学校合作开展试点部署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606040"/>
            <a:ext cx="73152" cy="73152"/>
          </a:xfrm>
          <a:prstGeom prst="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收集真实场景数据持续优化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520440"/>
            <a:ext cx="73152" cy="73152"/>
          </a:xfrm>
          <a:prstGeom prst="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474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开发移动端管理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434840"/>
            <a:ext cx="73152" cy="73152"/>
          </a:xfrm>
          <a:prstGeom prst="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接入真实短信通知服务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097280"/>
            <a:ext cx="3566160" cy="4572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长期（6个月+）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554480"/>
            <a:ext cx="3566160" cy="4114800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1691640"/>
            <a:ext cx="73152" cy="73152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推广至更多学校落地应用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606040"/>
            <a:ext cx="73152" cy="73152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构建校园安全大数据平台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3520440"/>
            <a:ext cx="73152" cy="73152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474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探索联邦学习保护隐私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4434840"/>
            <a:ext cx="73152" cy="73152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申请相关专利和软件著作权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EC8E3"/>
                </a:solidFill>
              </a:rPr>
              <a:t>本系统已具备完整的技术架构和功能闭环，具有良好的可扩展性和实际落地价值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11696"/>
          </a:xfrm>
          <a:prstGeom prst="rect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0D4F0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840480"/>
            <a:ext cx="5788152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C8E3"/>
                </a:solidFill>
              </a:rPr>
              <a:t>黔视护苗 · 守护每一个孩子的平安成长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D4F0"/>
                </a:solidFill>
              </a:rPr>
              <a:t>全国大学生计算机设计大赛 · 人工智能应用赛道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C41A"/>
                </a:solidFill>
              </a:rPr>
              <a:t>本系统仅分析行为模式，不采集人脸信息，符合个人信息保护法规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